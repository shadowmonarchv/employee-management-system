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0" r:id="rId3"/>
    <p:sldId id="277" r:id="rId4"/>
    <p:sldId id="276" r:id="rId5"/>
    <p:sldId id="260" r:id="rId6"/>
    <p:sldId id="261" r:id="rId7"/>
    <p:sldId id="262" r:id="rId8"/>
    <p:sldId id="263" r:id="rId9"/>
    <p:sldId id="282" r:id="rId10"/>
    <p:sldId id="278" r:id="rId11"/>
    <p:sldId id="279" r:id="rId12"/>
    <p:sldId id="280" r:id="rId13"/>
    <p:sldId id="281" r:id="rId14"/>
    <p:sldId id="269" r:id="rId15"/>
  </p:sldIdLst>
  <p:sldSz cx="12192000" cy="6858000"/>
  <p:notesSz cx="6858000" cy="9144000"/>
  <p:embeddedFontLst>
    <p:embeddedFont>
      <p:font typeface="Garamond" panose="02020404030301010803" pitchFamily="18" charset="0"/>
      <p:regular r:id="rId18"/>
      <p:bold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90" d="100"/>
          <a:sy n="90" d="100"/>
        </p:scale>
        <p:origin x="2616" y="-41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86161D-7AD7-FC18-BBB6-8225C5C937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86FC8-890E-82F0-7979-C9B3EC8CFC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5EEDD-26F5-4E6E-82F2-4D0D735EAA53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933823-F471-CAA2-A4A6-101E43C2E7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FF769-B74A-ECBA-C38E-DC16E1D1784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9CA7A-68B8-4E53-87F8-29926E66ED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9189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9572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5926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9590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46662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8062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5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15" name="Google Shape;15;p15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10706847" y="0"/>
            <a:ext cx="1485153" cy="4741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686187" y="2721114"/>
            <a:ext cx="8086987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4000" b="0" i="0" u="none" strike="noStrike" cap="none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Model Deployment using </a:t>
            </a:r>
            <a:r>
              <a:rPr lang="en-US" sz="4000" b="0" i="0" u="none" strike="noStrike" cap="none" dirty="0" err="1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streamlit</a:t>
            </a:r>
            <a:endParaRPr lang="en-US" sz="4000" b="0" i="0" u="none" strike="noStrike" cap="none" dirty="0">
              <a:solidFill>
                <a:srgbClr val="FF6700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40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In easy </a:t>
            </a:r>
            <a:r>
              <a:rPr lang="en-US" sz="4000" b="0" i="0" u="none" strike="noStrike" cap="none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steps</a:t>
            </a:r>
            <a:endParaRPr sz="2800" b="0" i="0" u="none" strike="noStrike" cap="none" dirty="0">
              <a:solidFill>
                <a:srgbClr val="FF6700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78887" y="314633"/>
            <a:ext cx="10840935" cy="1091380"/>
          </a:xfrm>
        </p:spPr>
        <p:txBody>
          <a:bodyPr>
            <a:normAutofit/>
          </a:bodyPr>
          <a:lstStyle/>
          <a:p>
            <a:r>
              <a:rPr lang="en-IN" dirty="0"/>
              <a:t>Open python Machine learning Algorithm file in IDE </a:t>
            </a:r>
            <a:r>
              <a:rPr lang="en-IN" dirty="0" err="1"/>
              <a:t>jupyter</a:t>
            </a:r>
            <a:r>
              <a:rPr lang="en-IN" dirty="0"/>
              <a:t> notebook or google </a:t>
            </a:r>
            <a:r>
              <a:rPr lang="en-IN" dirty="0" err="1"/>
              <a:t>colab</a:t>
            </a:r>
            <a:r>
              <a:rPr lang="en-IN" dirty="0"/>
              <a:t> or other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C18CB1-5022-D893-C90C-4311EB394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78" y="1406012"/>
            <a:ext cx="10700390" cy="48388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78887" y="432617"/>
            <a:ext cx="10840935" cy="658761"/>
          </a:xfrm>
        </p:spPr>
        <p:txBody>
          <a:bodyPr>
            <a:normAutofit/>
          </a:bodyPr>
          <a:lstStyle/>
          <a:p>
            <a:r>
              <a:rPr lang="en-IN" dirty="0"/>
              <a:t>Write a code for saving trained model  as .sav file using pickle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B1E466-A247-E224-2D38-2CC2583B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37" y="1233953"/>
            <a:ext cx="10783234" cy="562404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A2A509-055B-CAFB-A583-D956E825EB8D}"/>
              </a:ext>
            </a:extLst>
          </p:cNvPr>
          <p:cNvCxnSpPr/>
          <p:nvPr/>
        </p:nvCxnSpPr>
        <p:spPr>
          <a:xfrm flipV="1">
            <a:off x="3833769" y="1392572"/>
            <a:ext cx="1048624" cy="1367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352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78887" y="314633"/>
            <a:ext cx="10840935" cy="1091380"/>
          </a:xfrm>
        </p:spPr>
        <p:txBody>
          <a:bodyPr>
            <a:normAutofit/>
          </a:bodyPr>
          <a:lstStyle/>
          <a:p>
            <a:r>
              <a:rPr lang="en-IN" dirty="0"/>
              <a:t>Open anaconda navigator</a:t>
            </a:r>
            <a:br>
              <a:rPr lang="en-IN" dirty="0"/>
            </a:b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42CF38-135F-22D8-CA7D-D453D2068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78" y="1270819"/>
            <a:ext cx="7216765" cy="47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951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91381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700"/>
              </a:buClr>
              <a:buSzPts val="3500"/>
              <a:buFont typeface="Garamond" panose="02020404030301010803"/>
              <a:buNone/>
            </a:pP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Now select </a:t>
            </a:r>
            <a:r>
              <a:rPr lang="en-US" sz="3500" dirty="0" err="1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spyder</a:t>
            </a: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to launch </a:t>
            </a:r>
            <a:r>
              <a:rPr lang="en-US" sz="3500" dirty="0" err="1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spyder</a:t>
            </a: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IDE</a:t>
            </a:r>
          </a:p>
        </p:txBody>
      </p:sp>
      <p:sp>
        <p:nvSpPr>
          <p:cNvPr id="120" name="Google Shape;120;p3"/>
          <p:cNvSpPr/>
          <p:nvPr/>
        </p:nvSpPr>
        <p:spPr>
          <a:xfrm>
            <a:off x="4881867" y="3293132"/>
            <a:ext cx="258298" cy="247523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93318-5526-4820-6753-7242B0807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5195"/>
            <a:ext cx="12192000" cy="4531179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6AFB6B7-7D08-6E52-9D20-5C0FE1F85744}"/>
              </a:ext>
            </a:extLst>
          </p:cNvPr>
          <p:cNvCxnSpPr/>
          <p:nvPr/>
        </p:nvCxnSpPr>
        <p:spPr>
          <a:xfrm>
            <a:off x="2189527" y="679508"/>
            <a:ext cx="453005" cy="3892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91381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700"/>
              </a:buClr>
              <a:buSzPts val="3500"/>
              <a:buFont typeface="Garamond" panose="02020404030301010803"/>
              <a:buNone/>
            </a:pP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Write a code in </a:t>
            </a:r>
            <a:r>
              <a:rPr lang="en-US" sz="3500" dirty="0" err="1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spyder</a:t>
            </a: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to read .sav file and pass parameters values to model to predict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B25555-F3E6-698E-76DB-22BF55087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8677"/>
            <a:ext cx="12192000" cy="44606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088430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700"/>
              </a:buClr>
              <a:buSzPts val="3500"/>
              <a:buFont typeface="Garamond" panose="02020404030301010803"/>
              <a:buNone/>
            </a:pP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Create webapp.py file in </a:t>
            </a:r>
            <a:r>
              <a:rPr lang="en-US" sz="3500" dirty="0" err="1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spyder</a:t>
            </a: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to take input from user in form of web UI and pass as a parameter to model to predict (Do not Run)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85EA3D-764C-F43E-1643-5355A8FCC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3" y="923192"/>
            <a:ext cx="1036159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881421-BBA8-37CA-D4F1-792E98AF6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0124"/>
            <a:ext cx="12192000" cy="4857751"/>
          </a:xfrm>
          <a:prstGeom prst="rect">
            <a:avLst/>
          </a:prstGeom>
        </p:spPr>
      </p:pic>
      <p:sp>
        <p:nvSpPr>
          <p:cNvPr id="4" name="Google Shape;133;p7">
            <a:extLst>
              <a:ext uri="{FF2B5EF4-FFF2-40B4-BE49-F238E27FC236}">
                <a16:creationId xmlns:a16="http://schemas.microsoft.com/office/drawing/2014/main" id="{F827D951-A8AF-6767-037D-128FBF7288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088430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700"/>
              </a:buClr>
              <a:buSzPts val="3500"/>
              <a:buFont typeface="Garamond" panose="02020404030301010803"/>
              <a:buNone/>
            </a:pP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Now open cmd.exe prompt from Anaconda navigator or shell prompt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8F11-474C-5672-A9A7-FD1191DE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</a:t>
            </a:r>
            <a:r>
              <a:rPr lang="en-IN" dirty="0" err="1"/>
              <a:t>streamlit</a:t>
            </a:r>
            <a:r>
              <a:rPr lang="en-IN" dirty="0"/>
              <a:t> on anaconda prompt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8B4D2-610B-F453-065D-094909C67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FD8F5-6C1E-2259-0F13-58FFE63E0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87" y="1825625"/>
            <a:ext cx="11179509" cy="262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7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3;p7">
            <a:extLst>
              <a:ext uri="{FF2B5EF4-FFF2-40B4-BE49-F238E27FC236}">
                <a16:creationId xmlns:a16="http://schemas.microsoft.com/office/drawing/2014/main" id="{F827D951-A8AF-6767-037D-128FBF7288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088430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700"/>
              </a:buClr>
              <a:buSzPts val="3500"/>
              <a:buFont typeface="Garamond" panose="02020404030301010803"/>
              <a:buNone/>
            </a:pP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Now open cmd.exe prompt from Anaconda navigator or shell prompt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1BCF7-C8CF-F96E-3D47-9C341AD19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25" y="1091135"/>
            <a:ext cx="11263336" cy="2827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7DE0ED-AD67-0F3B-117D-6E781E0F5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90" y="4122183"/>
            <a:ext cx="11202371" cy="2735817"/>
          </a:xfrm>
          <a:prstGeom prst="rect">
            <a:avLst/>
          </a:prstGeom>
        </p:spPr>
      </p:pic>
      <p:sp>
        <p:nvSpPr>
          <p:cNvPr id="8" name="Google Shape;133;p7">
            <a:extLst>
              <a:ext uri="{FF2B5EF4-FFF2-40B4-BE49-F238E27FC236}">
                <a16:creationId xmlns:a16="http://schemas.microsoft.com/office/drawing/2014/main" id="{899F178C-BEC2-27F7-38FB-E37EAFD15F14}"/>
              </a:ext>
            </a:extLst>
          </p:cNvPr>
          <p:cNvSpPr txBox="1">
            <a:spLocks/>
          </p:cNvSpPr>
          <p:nvPr/>
        </p:nvSpPr>
        <p:spPr>
          <a:xfrm>
            <a:off x="279490" y="5943600"/>
            <a:ext cx="1088430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rgbClr val="FF6700"/>
              </a:buClr>
              <a:buSzPts val="3500"/>
              <a:buFont typeface="Garamond" panose="02020404030301010803"/>
              <a:buNone/>
            </a:pP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Now change current working directory to folder where python and model files are saved.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14117B-E080-A10B-6112-BED1321F6435}"/>
              </a:ext>
            </a:extLst>
          </p:cNvPr>
          <p:cNvCxnSpPr/>
          <p:nvPr/>
        </p:nvCxnSpPr>
        <p:spPr>
          <a:xfrm>
            <a:off x="2359743" y="5282617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191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A44B58-6080-57F2-38BC-537FCA9DB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7" y="1106126"/>
            <a:ext cx="11240474" cy="310160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468D50-F20F-92E4-3655-F0BC42877D5E}"/>
              </a:ext>
            </a:extLst>
          </p:cNvPr>
          <p:cNvCxnSpPr/>
          <p:nvPr/>
        </p:nvCxnSpPr>
        <p:spPr>
          <a:xfrm>
            <a:off x="3618269" y="729808"/>
            <a:ext cx="1823885" cy="1823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Google Shape;133;p7">
            <a:extLst>
              <a:ext uri="{FF2B5EF4-FFF2-40B4-BE49-F238E27FC236}">
                <a16:creationId xmlns:a16="http://schemas.microsoft.com/office/drawing/2014/main" id="{899F178C-BEC2-27F7-38FB-E37EAFD15F1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88430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rgbClr val="FF6700"/>
              </a:buClr>
              <a:buSzPts val="3500"/>
              <a:buFont typeface="Garamond" panose="02020404030301010803"/>
              <a:buNone/>
            </a:pP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Now write command </a:t>
            </a:r>
            <a:r>
              <a:rPr lang="en-US" sz="3500" dirty="0" err="1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streamlit</a:t>
            </a: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run &lt;filename &gt; to launch web file for python which open in browser</a:t>
            </a:r>
          </a:p>
        </p:txBody>
      </p:sp>
    </p:spTree>
    <p:extLst>
      <p:ext uri="{BB962C8B-B14F-4D97-AF65-F5344CB8AC3E}">
        <p14:creationId xmlns:p14="http://schemas.microsoft.com/office/powerpoint/2010/main" val="3353114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33;p7">
            <a:extLst>
              <a:ext uri="{FF2B5EF4-FFF2-40B4-BE49-F238E27FC236}">
                <a16:creationId xmlns:a16="http://schemas.microsoft.com/office/drawing/2014/main" id="{899F178C-BEC2-27F7-38FB-E37EAFD15F1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88430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rgbClr val="FF6700"/>
              </a:buClr>
              <a:buSzPts val="3500"/>
              <a:buFont typeface="Garamond" panose="02020404030301010803"/>
              <a:buNone/>
            </a:pP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Browser opens in localhost: URL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7C7D27-7799-9772-FF73-C1FB817DD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9" y="803551"/>
            <a:ext cx="12192000" cy="638294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2CDCBD-8A9C-F89A-0DCD-1D3D27A41205}"/>
              </a:ext>
            </a:extLst>
          </p:cNvPr>
          <p:cNvCxnSpPr/>
          <p:nvPr/>
        </p:nvCxnSpPr>
        <p:spPr>
          <a:xfrm flipV="1">
            <a:off x="1425677" y="658761"/>
            <a:ext cx="1750142" cy="501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73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33;p7">
            <a:extLst>
              <a:ext uri="{FF2B5EF4-FFF2-40B4-BE49-F238E27FC236}">
                <a16:creationId xmlns:a16="http://schemas.microsoft.com/office/drawing/2014/main" id="{899F178C-BEC2-27F7-38FB-E37EAFD15F1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88430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rgbClr val="FF6700"/>
              </a:buClr>
              <a:buSzPts val="3500"/>
              <a:buFont typeface="Garamond" panose="02020404030301010803"/>
              <a:buNone/>
            </a:pPr>
            <a:r>
              <a:rPr lang="en-US" sz="3500" dirty="0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Enter values for patient to check Diabetic or not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329BA2-9928-4A41-328C-51B90BDCE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9483"/>
            <a:ext cx="12192000" cy="586950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AAABB6-17B4-029B-0803-D9A329620C84}"/>
              </a:ext>
            </a:extLst>
          </p:cNvPr>
          <p:cNvCxnSpPr/>
          <p:nvPr/>
        </p:nvCxnSpPr>
        <p:spPr>
          <a:xfrm>
            <a:off x="2448232" y="4739148"/>
            <a:ext cx="1750142" cy="1347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349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/>
        </p:nvSpPr>
        <p:spPr>
          <a:xfrm>
            <a:off x="4474464" y="2840736"/>
            <a:ext cx="232730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/>
              <a:buNone/>
            </a:pPr>
            <a:r>
              <a:rPr lang="en-US" sz="4000" b="0" i="0" u="none" strike="noStrike" cap="none">
                <a:solidFill>
                  <a:srgbClr val="FF6700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28247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175</Words>
  <Application>Microsoft Office PowerPoint</Application>
  <PresentationFormat>Widescreen</PresentationFormat>
  <Paragraphs>17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Garamond</vt:lpstr>
      <vt:lpstr>Arial</vt:lpstr>
      <vt:lpstr>Office Theme</vt:lpstr>
      <vt:lpstr>PowerPoint Presentation</vt:lpstr>
      <vt:lpstr>Open python Machine learning Algorithm file in IDE jupyter notebook or google colab or other</vt:lpstr>
      <vt:lpstr>Write a code for saving trained model  as .sav file using pickle</vt:lpstr>
      <vt:lpstr>Open anaconda navigator </vt:lpstr>
      <vt:lpstr>Now select spyder to launch spyder IDE</vt:lpstr>
      <vt:lpstr>Write a code in spyder to read .sav file and pass parameters values to model to predict </vt:lpstr>
      <vt:lpstr>Create webapp.py file in spyder to take input from user in form of web UI and pass as a parameter to model to predict (Do not Run)</vt:lpstr>
      <vt:lpstr>Now open cmd.exe prompt from Anaconda navigator or shell prompt</vt:lpstr>
      <vt:lpstr>Install streamlit on anaconda prompt</vt:lpstr>
      <vt:lpstr>Now open cmd.exe prompt from Anaconda navigator or shell prompt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Srinivas Reddy Gurrala</dc:creator>
  <cp:lastModifiedBy>pragnesh shah</cp:lastModifiedBy>
  <cp:revision>27</cp:revision>
  <dcterms:created xsi:type="dcterms:W3CDTF">2023-01-30T07:15:58Z</dcterms:created>
  <dcterms:modified xsi:type="dcterms:W3CDTF">2025-09-28T07:52:00Z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C8E4E19736A64253BBF68A05940C3127</vt:lpwstr>
  </property>
  <property fmtid="{D5CDD505-2E9C-101B-9397-08002B2CF9AE}" pid="3" name="KSOProductBuildVer">
    <vt:lpwstr>1033-11.2.0.11440</vt:lpwstr>
  </property>
</Properties>
</file>